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0"/>
  </p:normalViewPr>
  <p:slideViewPr>
    <p:cSldViewPr snapToGrid="0">
      <p:cViewPr varScale="1">
        <p:scale>
          <a:sx n="78" d="100"/>
          <a:sy n="78" d="100"/>
        </p:scale>
        <p:origin x="38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0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82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19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09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07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703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294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56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15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97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56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2457F-97CA-406F-ADFA-D6344A445559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DD96774-5A9E-455F-9949-18967447507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43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E229-11DE-7CBA-E49B-5D0F5C066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05972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Facial Recognition-Based Behavioral Analysis of Foster Youth in Performance Academy Videos</a:t>
            </a:r>
            <a:endParaRPr lang="en-IN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C6EDD-D483-3B24-EA2C-A7E80DBEF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dirty="0"/>
              <a:t>Laxman Reddy Adulla</a:t>
            </a:r>
            <a:br>
              <a:rPr lang="en-US" dirty="0"/>
            </a:br>
            <a:r>
              <a:rPr lang="en-US" dirty="0"/>
              <a:t>University of North Florida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8319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071EC-1ED8-9F88-4F43-C632C69FE406}"/>
              </a:ext>
            </a:extLst>
          </p:cNvPr>
          <p:cNvSpPr txBox="1"/>
          <p:nvPr/>
        </p:nvSpPr>
        <p:spPr>
          <a:xfrm>
            <a:off x="1425679" y="1641988"/>
            <a:ext cx="7266038" cy="3136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u="sng" dirty="0"/>
              <a:t>Introduction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Assessing behavior in foster youth programs requires analyzing long unstructured video recordings.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Manual review is slow, subjective, and inconsistent.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project builds an automated pipeline to detect individuals, analyze facial emotions, and identify actions using deep learning.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384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D6C56-FF38-FC00-0B0F-7FD53D823F02}"/>
              </a:ext>
            </a:extLst>
          </p:cNvPr>
          <p:cNvSpPr txBox="1"/>
          <p:nvPr/>
        </p:nvSpPr>
        <p:spPr>
          <a:xfrm>
            <a:off x="1740311" y="1573161"/>
            <a:ext cx="8318090" cy="272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/>
              <a:t>Problem Statement &amp; Dataset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Challenge: Identify each child across multiple JAXTPA classroom videos and </a:t>
            </a:r>
            <a:r>
              <a:rPr lang="en-IN" dirty="0" err="1"/>
              <a:t>analyze</a:t>
            </a:r>
            <a:r>
              <a:rPr lang="en-IN" dirty="0"/>
              <a:t> their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Dataset: </a:t>
            </a:r>
            <a:r>
              <a:rPr lang="en-IN" b="1" dirty="0"/>
              <a:t>JAXTPA Performance Academy YouTube videos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Issues: multiple children, motion blur, occlusions, variable lighting.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29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474331-7688-8627-C516-C079BF843AED}"/>
              </a:ext>
            </a:extLst>
          </p:cNvPr>
          <p:cNvSpPr txBox="1"/>
          <p:nvPr/>
        </p:nvSpPr>
        <p:spPr>
          <a:xfrm>
            <a:off x="1337187" y="1484671"/>
            <a:ext cx="9242323" cy="355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/>
              <a:t>Model Exploration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We initially experimented with multiple models for: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Face detection (Haar Cascades, </a:t>
            </a:r>
            <a:r>
              <a:rPr lang="en-IN" dirty="0" err="1"/>
              <a:t>Dlib</a:t>
            </a:r>
            <a:r>
              <a:rPr lang="en-IN" dirty="0"/>
              <a:t>, YOLOv5-face)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Face embeddings (</a:t>
            </a:r>
            <a:r>
              <a:rPr lang="en-IN" dirty="0" err="1"/>
              <a:t>OpenFace</a:t>
            </a:r>
            <a:r>
              <a:rPr lang="en-IN" dirty="0"/>
              <a:t>, </a:t>
            </a:r>
            <a:r>
              <a:rPr lang="en-IN" dirty="0" err="1"/>
              <a:t>DeepFace</a:t>
            </a:r>
            <a:r>
              <a:rPr lang="en-IN" dirty="0"/>
              <a:t> variants)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Clustering (K-Means, DBSCAN)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Emotions (</a:t>
            </a:r>
            <a:r>
              <a:rPr lang="en-IN" dirty="0" err="1"/>
              <a:t>MediaPipe</a:t>
            </a:r>
            <a:r>
              <a:rPr lang="en-IN" dirty="0"/>
              <a:t>, </a:t>
            </a:r>
            <a:r>
              <a:rPr lang="en-IN" dirty="0" err="1"/>
              <a:t>DeepFace</a:t>
            </a:r>
            <a:r>
              <a:rPr lang="en-IN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Actions (I3D, </a:t>
            </a:r>
            <a:r>
              <a:rPr lang="en-IN" dirty="0" err="1"/>
              <a:t>SlowFast</a:t>
            </a:r>
            <a:r>
              <a:rPr lang="en-IN" dirty="0"/>
              <a:t>, </a:t>
            </a:r>
            <a:r>
              <a:rPr lang="en-IN" dirty="0" err="1"/>
              <a:t>TimeSformer</a:t>
            </a:r>
            <a:r>
              <a:rPr lang="en-IN" dirty="0"/>
              <a:t>)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2449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7F3050-DFA4-FD65-00F0-80E685A351B4}"/>
              </a:ext>
            </a:extLst>
          </p:cNvPr>
          <p:cNvSpPr txBox="1"/>
          <p:nvPr/>
        </p:nvSpPr>
        <p:spPr>
          <a:xfrm>
            <a:off x="1356852" y="1435510"/>
            <a:ext cx="8445909" cy="3552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/>
              <a:t>Final Model Pipeline</a:t>
            </a:r>
          </a:p>
          <a:p>
            <a:pPr>
              <a:lnSpc>
                <a:spcPct val="150000"/>
              </a:lnSpc>
            </a:pPr>
            <a:r>
              <a:rPr lang="en-IN" b="1" dirty="0"/>
              <a:t>Chosen Models: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MTCNN</a:t>
            </a:r>
            <a:r>
              <a:rPr lang="en-IN" dirty="0"/>
              <a:t> → Face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FaceNet</a:t>
            </a:r>
            <a:r>
              <a:rPr lang="en-IN" dirty="0"/>
              <a:t> → 512-d embeddings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Agglomerative Clustering</a:t>
            </a:r>
            <a:r>
              <a:rPr lang="en-IN" dirty="0"/>
              <a:t> → Identity grouping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FER-CNN</a:t>
            </a:r>
            <a:r>
              <a:rPr lang="en-IN" dirty="0"/>
              <a:t> → Emotion detection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XCLIP</a:t>
            </a:r>
            <a:r>
              <a:rPr lang="en-IN" dirty="0"/>
              <a:t> → Zero-shot action recognition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32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03EF73-3E26-1E93-D1EC-5FE2EE353AD7}"/>
              </a:ext>
            </a:extLst>
          </p:cNvPr>
          <p:cNvSpPr txBox="1"/>
          <p:nvPr/>
        </p:nvSpPr>
        <p:spPr>
          <a:xfrm>
            <a:off x="1396181" y="1179870"/>
            <a:ext cx="8219768" cy="3967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600" b="1" dirty="0"/>
              <a:t>Methodology Pipeline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Video Input</a:t>
            </a:r>
            <a:r>
              <a:rPr lang="en-IN" dirty="0"/>
              <a:t> → Extract frames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MTCNN</a:t>
            </a:r>
            <a:r>
              <a:rPr lang="en-IN" dirty="0"/>
              <a:t> → Detect faces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FaceNet</a:t>
            </a:r>
            <a:r>
              <a:rPr lang="en-IN" dirty="0"/>
              <a:t> → Convert faces to vector embeddings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Agglomerative clustering</a:t>
            </a:r>
            <a:r>
              <a:rPr lang="en-IN" dirty="0"/>
              <a:t> → Assign consistent person IDs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FER-CNN</a:t>
            </a:r>
            <a:r>
              <a:rPr lang="en-IN" dirty="0"/>
              <a:t> → Predict emotions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XCLIP</a:t>
            </a:r>
            <a:r>
              <a:rPr lang="en-IN" dirty="0"/>
              <a:t> → Extract and classify actions in 5-second segments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Person Query</a:t>
            </a:r>
            <a:r>
              <a:rPr lang="en-IN" dirty="0"/>
              <a:t> → Retrieve all data for a selected person ID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1997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34266B-C778-7F8C-AABF-AB334CEA7606}"/>
              </a:ext>
            </a:extLst>
          </p:cNvPr>
          <p:cNvSpPr txBox="1"/>
          <p:nvPr/>
        </p:nvSpPr>
        <p:spPr>
          <a:xfrm>
            <a:off x="1278193" y="1248697"/>
            <a:ext cx="8583561" cy="3025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00" b="1" dirty="0"/>
              <a:t>Face Detection &amp; Identity Tracking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MTCNN accurately detects child faces under occlusion and motion.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FaceNet</a:t>
            </a:r>
            <a:r>
              <a:rPr lang="en-US" dirty="0"/>
              <a:t> embeddings group same individuals even across different poses.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Clustering links each face across the entire video sequence.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95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CE99F8-CE21-526E-6850-CE43A8ED888B}"/>
              </a:ext>
            </a:extLst>
          </p:cNvPr>
          <p:cNvSpPr txBox="1"/>
          <p:nvPr/>
        </p:nvSpPr>
        <p:spPr>
          <a:xfrm>
            <a:off x="1573161" y="1455174"/>
            <a:ext cx="8062452" cy="2471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00" b="1" dirty="0"/>
              <a:t>Emotion &amp; Action Recognition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FER-CNN identifies emotions such as happy, neutral, and surprised.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XCLIP detects classroom actions such as sitting, talking, interacting.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437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752746-15F3-C2B0-442E-D78D7C035A90}"/>
              </a:ext>
            </a:extLst>
          </p:cNvPr>
          <p:cNvSpPr txBox="1"/>
          <p:nvPr/>
        </p:nvSpPr>
        <p:spPr>
          <a:xfrm>
            <a:off x="1111044" y="953730"/>
            <a:ext cx="7846142" cy="4133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00" b="1" dirty="0"/>
              <a:t>Person-Level Summary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system outputs detailed behavioral data for each child: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All face crops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Frequent emotional states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Action history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Presence time in video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4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58F565-717D-F22E-67E6-F191E9E6408A}"/>
              </a:ext>
            </a:extLst>
          </p:cNvPr>
          <p:cNvSpPr txBox="1"/>
          <p:nvPr/>
        </p:nvSpPr>
        <p:spPr>
          <a:xfrm>
            <a:off x="1356851" y="1209368"/>
            <a:ext cx="8583561" cy="3579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00" b="1" dirty="0"/>
              <a:t>Results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High-quality face grouping for all individuals.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Accurate recognition of emotions from mid-frame snapshots.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Reliable action predictions across all classroom scenes.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Automated pipeline significantly reduces manual analysis time.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2487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33F98F-6921-4405-7796-D90735D9B91D}"/>
              </a:ext>
            </a:extLst>
          </p:cNvPr>
          <p:cNvSpPr txBox="1"/>
          <p:nvPr/>
        </p:nvSpPr>
        <p:spPr>
          <a:xfrm>
            <a:off x="1435510" y="1415845"/>
            <a:ext cx="7334864" cy="3579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600" b="1" dirty="0"/>
              <a:t>Limitations &amp; Challenges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Occlusions and side faces reduce emotion accuracy.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Classroom lighting variability affects face clarity.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XCLIP sometimes confuses subtle classroom actions.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Limited GPU compute in Colab constrains batch processing.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4101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4F295C-AB97-14F1-7641-94D08923FFD5}"/>
              </a:ext>
            </a:extLst>
          </p:cNvPr>
          <p:cNvSpPr txBox="1"/>
          <p:nvPr/>
        </p:nvSpPr>
        <p:spPr>
          <a:xfrm>
            <a:off x="1032387" y="1199536"/>
            <a:ext cx="7659329" cy="4133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600" b="1" dirty="0"/>
              <a:t>Conclusion &amp; Future Work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Built a complete multimodal behavioral analysis system for foster youth evaluation.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Combines face recognition, emotion detection, and action recognition.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Future: audio integration, pose estimation, temporal models, and real-time dashboards.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55903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423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Facial Recognition-Based Behavioral Analysis of Foster Youth in Performance Academy Videos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Laxman Reddy</dc:creator>
  <cp:lastModifiedBy>Laxman Reddy</cp:lastModifiedBy>
  <cp:revision>2</cp:revision>
  <dcterms:created xsi:type="dcterms:W3CDTF">2025-12-08T17:55:27Z</dcterms:created>
  <dcterms:modified xsi:type="dcterms:W3CDTF">2025-12-09T14:07:54Z</dcterms:modified>
</cp:coreProperties>
</file>